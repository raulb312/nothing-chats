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70" r:id="rId5"/>
    <p:sldId id="281" r:id="rId6"/>
    <p:sldId id="280" r:id="rId7"/>
    <p:sldId id="279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B0EF-9654-4FE6-A429-11628BA922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C983B-344B-4F5D-91A5-CB8D123C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89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65C1DE7-3228-03CF-249C-2AECFDD12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2BEA653B-10E5-A6EB-F800-FC76AA0AA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57745AA-FD5F-BC76-C955-37459252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7B40-A224-400E-BF63-10080B186558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B0AE4F6-FEE2-A215-7168-C309219A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B65820E-E26A-0AA6-37B4-E561458B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6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48CF712-216B-6105-0119-CF412C24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E41EC98-CAB2-F83B-D126-B4DEB4C4A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63733BE-C902-E943-4BF2-2D138580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5900-92BF-4E48-93BD-0135696AB684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E507ECC-5B46-CEB5-D45F-69EDE4EF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5B48F7D-9D5A-80B2-7F3A-C57AEE37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54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F20F189-F65D-3680-A4B4-2DBC1A37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F269186-79F3-11DC-8A8C-7DE05D68A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BF94CD5-8F56-7253-1A05-119B3095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1AEA2-5CC6-4346-A214-F9138EAD7D58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BA44316-ECC0-FCA2-00C9-307A7A6E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1594E18-6AD9-638E-2D4B-D5A06CE5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6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44CA35D-9801-C22F-79AB-168504EC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2C01001-DCC0-468A-DFF4-52169E0E2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646732F0-0066-B6C3-F4CF-0A4CB2626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7298894-B8BA-0A23-6291-A5F8517E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31AED-BF0B-4692-B50B-758BFF2730CC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56465E9-185E-AC4F-6064-15DDEC3D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FBAF890-0D04-A6BC-B7A2-3F867DC8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4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E1A0F0D-7409-794A-13D4-77151301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10D6474-D629-E5F3-72FC-2532B9333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6F2EA1AA-A4D6-F4D2-E05E-2761C772B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6D1A4A0E-45B6-1337-0071-5A9D6AF37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BA0803CF-93E6-2C4B-FA7B-3D75DF17C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08F9BBEC-73DF-DBAF-BE75-D80C389D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22D1-D6E5-454F-81B3-0C47C68916EE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53A82EBF-79A9-8248-54DB-AA953C3A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8B5BC46B-FDCA-9F03-DF33-56522407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7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BB9E663-039A-AE71-1D9A-FA587617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FEF7F1E3-8290-08A8-C2ED-3D00EBFD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BEBC-DB64-4639-BFD0-9FE76F5C7786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B04DE7F-850B-1201-1FAC-E4322699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8C8BA7C-86F6-15C8-16ED-93F84CD8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4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FA10741E-54B2-F0F6-9C84-82D69E37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5ACF-8880-4FB5-871F-789FEDF54F24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174A9F59-45B3-AEB7-6173-4605AE2B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FCDC289-BE4F-90BC-FA14-5A9452FD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2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83B9131-8D11-BE14-3A3B-02237108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3D96EA2-3F09-4D6A-8810-9479609B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5F37D56-2484-34F1-A314-541E3CF66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51AB3CF-3E0E-3045-8FEF-B5FD6213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07480-54E9-4CA9-9A69-0F6C87DECB3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57F29A6-0A2F-7F04-4A63-881A2ADD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8E1A9218-C9D3-260F-B1A4-24237228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3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B2DF539-4F65-B120-8BAB-415C036E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A2DD6FF3-74E5-5628-D494-A229EFBC8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91E0FC0E-A8DD-3430-F3F4-A883BB023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31CEDB27-FFBB-6AD9-00B9-1801FB95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51CA-5594-4556-BA78-3DFBA465D4D5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1589160-2FBF-25F7-4015-C1F0DC8B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B9E73F4-67CE-D37E-B244-162D12E7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8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DD8A1C7-C37F-254A-C041-576E6555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ED76CA64-D64D-6677-16F9-180E30C6E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109D9CC-C1AA-739B-6836-CBC8E126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8876-5FEE-4C52-B435-809BC25230BF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55B4EF7-6B37-CCD7-7E92-BF4CBE02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54B2CD5-129F-F107-1D41-3505B2B5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0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B2E28F57-332C-FD5C-EEED-1D25D8AB7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69E63C8C-04C9-7B47-4ADA-380271F3C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39C342B-94AC-9FF5-5C81-03EFFE88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57DC-8E06-442D-920F-22EDFAEE5811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DFC3710-937B-4605-41FB-D0F7273C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2D68E1-4C9F-1CEB-7670-D66BE05D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2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04BFBBB2-AE0C-408E-21FC-BC1E4F13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1D9718D-B7BD-0E6F-4245-91E2CB08C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2D9F9A3-41CB-0C0C-1A44-3945602BC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BE792-5ADA-44AF-B972-7478FF79467A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DBDF107-51F7-924C-95F8-976EB68CF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AEC9274-2222-16CF-C668-E6C7B820C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43AD8-4962-47E3-878A-79516466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53A225B-2C20-6BBB-52B5-82507C4C9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750" y="2207172"/>
            <a:ext cx="9144000" cy="1058354"/>
          </a:xfrm>
        </p:spPr>
        <p:txBody>
          <a:bodyPr>
            <a:normAutofit/>
          </a:bodyPr>
          <a:lstStyle/>
          <a:p>
            <a:r>
              <a:rPr lang="en-US" b="1" dirty="0"/>
              <a:t>NOTHING CHATS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7FF48E2-7E8F-F6F0-032E-274861259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7960" y="5181158"/>
            <a:ext cx="3488987" cy="763621"/>
          </a:xfrm>
        </p:spPr>
        <p:txBody>
          <a:bodyPr>
            <a:normAutofit lnSpcReduction="10000"/>
          </a:bodyPr>
          <a:lstStyle/>
          <a:p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Students: </a:t>
            </a:r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Raul Bărbosu</a:t>
            </a:r>
          </a:p>
          <a:p>
            <a:pPr>
              <a:tabLst>
                <a:tab pos="1250950" algn="l"/>
                <a:tab pos="1344613" algn="l"/>
                <a:tab pos="1439863" algn="l"/>
              </a:tabLst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Alin Costu</a:t>
            </a: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endParaRPr lang="it-I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F875961-AD93-E96B-FBF2-A7418BCF65C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C9FC6D84-4673-A07B-C8CF-0A9E55A2AC3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9E227FEB-1CA9-1C79-4F5A-C7D133D867D4}"/>
              </a:ext>
            </a:extLst>
          </p:cNvPr>
          <p:cNvSpPr txBox="1"/>
          <p:nvPr/>
        </p:nvSpPr>
        <p:spPr>
          <a:xfrm>
            <a:off x="681201" y="5199360"/>
            <a:ext cx="7616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Professor: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Crișan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-Vida Mihaela Marcella</a:t>
            </a:r>
          </a:p>
        </p:txBody>
      </p:sp>
      <p:pic>
        <p:nvPicPr>
          <p:cNvPr id="8" name="Imagine 7" descr="O imagine care conține albastru, Albastru electric, Albastru de Majorelle, Albastru de cobalt&#10;&#10;Conținutul generat de inteligența artificială poate fi incorect.">
            <a:extLst>
              <a:ext uri="{FF2B5EF4-FFF2-40B4-BE49-F238E27FC236}">
                <a16:creationId xmlns:a16="http://schemas.microsoft.com/office/drawing/2014/main" id="{C01887C2-4F95-2839-881A-7C2046B89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3150"/>
            <a:ext cx="12189709" cy="704850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CB51908D-B250-A6F9-11B8-4866AAA04BCC}"/>
              </a:ext>
            </a:extLst>
          </p:cNvPr>
          <p:cNvSpPr txBox="1"/>
          <p:nvPr/>
        </p:nvSpPr>
        <p:spPr>
          <a:xfrm>
            <a:off x="4489580" y="6305520"/>
            <a:ext cx="2996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Timi</a:t>
            </a:r>
            <a:r>
              <a:rPr lang="ro-RO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oara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2026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B86D644-21FB-9AE1-A20C-96BDC520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4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4541CBF-A41B-F3A7-2B6F-67D32068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932" y="1219469"/>
            <a:ext cx="10515600" cy="1460500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Objectives and Motivation behind the project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362B0AD-FB60-7D24-217D-F65779EDB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54485"/>
            <a:ext cx="10964917" cy="3219753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Real-time MERN chat app with secure JWT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live messaging, online status, typing indicators, and media sharing</a:t>
            </a:r>
            <a:endParaRPr lang="ro-RO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Modern React frontend + Node/Express backend using Socket.io, MongoDB,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Cloudinary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Resend, and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Zustand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for a smooth, scalable experience, and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Arcjet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for spam protection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275107B-12D2-FC74-2ADC-563143D3A13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20C691A8-C812-3285-EC0E-9F8358C401A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8445924B-9D64-C021-40A0-1DD7C21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2</a:t>
            </a:fld>
            <a:endParaRPr lang="en-US"/>
          </a:p>
        </p:txBody>
      </p:sp>
      <p:pic>
        <p:nvPicPr>
          <p:cNvPr id="4" name="Imagine 3" descr="O imagine care conține albastru, Albastru electric, Albastru de Majorelle, Albastru de cobalt&#10;&#10;Conținutul generat de inteligența artificială poate fi incorect.">
            <a:extLst>
              <a:ext uri="{FF2B5EF4-FFF2-40B4-BE49-F238E27FC236}">
                <a16:creationId xmlns:a16="http://schemas.microsoft.com/office/drawing/2014/main" id="{286C278F-9AAD-97A5-6ABE-CD2815294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3150"/>
            <a:ext cx="1218970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28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497572" y="1"/>
            <a:ext cx="7694428" cy="6858000"/>
          </a:xfrm>
          <a:prstGeom prst="rect">
            <a:avLst/>
          </a:prstGeom>
          <a:ln/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F88B583B-4E71-0B7D-8B6D-865ABEF6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0" y="1884129"/>
            <a:ext cx="4041553" cy="3089742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UML Use </a:t>
            </a:r>
            <a:br>
              <a:rPr lang="ro-RO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Case Diagram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6AF88C0-6E6B-F184-3C6F-AE02DEF58D4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8007A707-2CB1-9622-D50B-36E07D9DE94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0897E92-8D5E-9768-02A6-EA92893F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8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88B583B-4E71-0B7D-8B6D-865ABEF6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25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Design Pattern and Motivation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6AF88C0-6E6B-F184-3C6F-AE02DEF58D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8007A707-2CB1-9622-D50B-36E07D9DE9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0897E92-8D5E-9768-02A6-EA92893F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96055"/>
            <a:ext cx="10515600" cy="3580908"/>
          </a:xfrm>
        </p:spPr>
        <p:txBody>
          <a:bodyPr/>
          <a:lstStyle/>
          <a:p>
            <a:r>
              <a:rPr lang="en-US" b="1" dirty="0"/>
              <a:t>Instant message delivery</a:t>
            </a:r>
            <a:endParaRPr lang="ro-RO" b="1" dirty="0"/>
          </a:p>
          <a:p>
            <a:r>
              <a:rPr lang="en-US" b="1" dirty="0"/>
              <a:t>Real-time user presence</a:t>
            </a:r>
            <a:endParaRPr lang="ro-RO" b="1" dirty="0"/>
          </a:p>
          <a:p>
            <a:r>
              <a:rPr lang="en-US" b="1" dirty="0"/>
              <a:t>Live typing indicators</a:t>
            </a:r>
            <a:endParaRPr lang="ro-RO" b="1" dirty="0"/>
          </a:p>
          <a:p>
            <a:r>
              <a:rPr lang="en-US" b="1" dirty="0"/>
              <a:t>Event-driven communication</a:t>
            </a:r>
            <a:endParaRPr lang="ro-RO" b="1" dirty="0"/>
          </a:p>
          <a:p>
            <a:r>
              <a:rPr lang="en-US" b="1" dirty="0"/>
              <a:t>Decoupled client updates</a:t>
            </a:r>
            <a:endParaRPr lang="en-US" dirty="0"/>
          </a:p>
        </p:txBody>
      </p:sp>
      <p:pic>
        <p:nvPicPr>
          <p:cNvPr id="7" name="Imagine 3" descr="O imagine care conține albastru, Albastru electric, Albastru de Majorelle, Albastru de cobalt&#10;&#10;Conținutul generat de inteligența artificială poate fi incorect.">
            <a:extLst>
              <a:ext uri="{FF2B5EF4-FFF2-40B4-BE49-F238E27FC236}">
                <a16:creationId xmlns:a16="http://schemas.microsoft.com/office/drawing/2014/main" id="{CA26C533-E753-5576-F531-4FD79062F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3150"/>
            <a:ext cx="1218970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5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1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754372" y="1"/>
            <a:ext cx="8901921" cy="6858000"/>
          </a:xfrm>
          <a:prstGeom prst="rect">
            <a:avLst/>
          </a:prstGeom>
          <a:ln/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F88B583B-4E71-0B7D-8B6D-865ABEF6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59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UML Class </a:t>
            </a:r>
            <a:br>
              <a:rPr lang="ro-RO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Diagrams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6AF88C0-6E6B-F184-3C6F-AE02DEF58D4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8007A707-2CB1-9622-D50B-36E07D9DE94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0897E92-8D5E-9768-02A6-EA92893F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5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88B583B-4E71-0B7D-8B6D-865ABEF6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250"/>
            <a:ext cx="10515600" cy="1325563"/>
          </a:xfrm>
        </p:spPr>
        <p:txBody>
          <a:bodyPr>
            <a:normAutofit/>
          </a:bodyPr>
          <a:lstStyle/>
          <a:p>
            <a:r>
              <a:rPr lang="ro-RO" sz="5400" b="1" dirty="0">
                <a:latin typeface="Arial" panose="020B0604020202020204" pitchFamily="34" charset="0"/>
                <a:cs typeface="Arial" panose="020B0604020202020204" pitchFamily="34" charset="0"/>
              </a:rPr>
              <a:t>Architecture of the system</a:t>
            </a:r>
            <a:endParaRPr 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6AF88C0-6E6B-F184-3C6F-AE02DEF58D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8007A707-2CB1-9622-D50B-36E07D9DE9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0897E92-8D5E-9768-02A6-EA92893F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6</a:t>
            </a:fld>
            <a:endParaRPr lang="en-US"/>
          </a:p>
        </p:txBody>
      </p:sp>
      <p:pic>
        <p:nvPicPr>
          <p:cNvPr id="7" name="image13.jpg" descr="C:\Users\Lenovo\Desktop\SE\Arhitectura 1.jpe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587865" y="1853478"/>
            <a:ext cx="6764020" cy="486799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4994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ine 7">
            <a:extLst>
              <a:ext uri="{FF2B5EF4-FFF2-40B4-BE49-F238E27FC236}">
                <a16:creationId xmlns:a16="http://schemas.microsoft.com/office/drawing/2014/main" id="{14FFAD83-69A0-73BD-8EB5-157FFA8176F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C2404257-AE34-33F1-12DC-7406D2BCF1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sp>
        <p:nvSpPr>
          <p:cNvPr id="10" name="Substituent număr diapozitiv 9">
            <a:extLst>
              <a:ext uri="{FF2B5EF4-FFF2-40B4-BE49-F238E27FC236}">
                <a16:creationId xmlns:a16="http://schemas.microsoft.com/office/drawing/2014/main" id="{22769BA4-A21F-823E-C007-D1E5B401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7</a:t>
            </a:fld>
            <a:endParaRPr lang="en-US"/>
          </a:p>
        </p:txBody>
      </p:sp>
      <p:pic>
        <p:nvPicPr>
          <p:cNvPr id="12" name="image12.jpg" descr="C:\Users\Lenovo\Desktop\SE\Arhitectura 3.jpe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111074" y="1472532"/>
            <a:ext cx="4874829" cy="4930381"/>
          </a:xfrm>
          <a:prstGeom prst="rect">
            <a:avLst/>
          </a:prstGeom>
          <a:ln/>
        </p:spPr>
      </p:pic>
      <p:pic>
        <p:nvPicPr>
          <p:cNvPr id="3" name="Picture 2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DADFECF5-993B-6867-00FD-718206CDC1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02" y="1154062"/>
            <a:ext cx="4647118" cy="524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4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7080AA5-A96E-8C01-5D6E-1C1EC0153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Conclusions and Future Work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B588FC4-CA61-C31B-6D33-4B2B8FDF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Conclusions:</a:t>
            </a:r>
          </a:p>
          <a:p>
            <a:pPr lvl="1"/>
            <a:r>
              <a:rPr lang="en-US" dirty="0"/>
              <a:t>Successfully implemented a real-time messaging platform with secure authentication</a:t>
            </a:r>
            <a:endParaRPr lang="ro-RO" dirty="0"/>
          </a:p>
          <a:p>
            <a:pPr lvl="1"/>
            <a:r>
              <a:rPr lang="en-US" dirty="0"/>
              <a:t>Covered core features: sending messages/media, online/offline status, spam protection</a:t>
            </a:r>
          </a:p>
          <a:p>
            <a:r>
              <a:rPr lang="en-US" b="1" dirty="0"/>
              <a:t>Future work:</a:t>
            </a:r>
          </a:p>
          <a:p>
            <a:pPr lvl="1"/>
            <a:r>
              <a:rPr lang="en-US" dirty="0"/>
              <a:t>Add more features(resetting password, deleting chats/messages)</a:t>
            </a:r>
            <a:endParaRPr lang="ro-RO" dirty="0"/>
          </a:p>
          <a:p>
            <a:pPr lvl="1"/>
            <a:r>
              <a:rPr lang="en-US" dirty="0"/>
              <a:t>Optimize performance and scalability under heavy user load</a:t>
            </a:r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47325820-4085-1A2D-F2E7-BC93CC50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8</a:t>
            </a:fld>
            <a:endParaRPr lang="en-US"/>
          </a:p>
        </p:txBody>
      </p:sp>
      <p:pic>
        <p:nvPicPr>
          <p:cNvPr id="5" name="Imagine 4" descr="O imagine care conține albastru, Albastru electric, Albastru de Majorelle, Albastru de cobalt&#10;&#10;Conținutul generat de inteligența artificială poate fi incorect.">
            <a:extLst>
              <a:ext uri="{FF2B5EF4-FFF2-40B4-BE49-F238E27FC236}">
                <a16:creationId xmlns:a16="http://schemas.microsoft.com/office/drawing/2014/main" id="{E01948F5-3CD4-3EE8-96FB-D232E6D4D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3150"/>
            <a:ext cx="1218970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4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D99833-7884-1F88-B754-C2114F04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AE4019B-A9FB-93C4-9FA4-31697B97F2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8689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EDED50A1-3C07-79AD-394A-BCA758E8A1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07" y="0"/>
            <a:ext cx="2412193" cy="914400"/>
          </a:xfrm>
          <a:prstGeom prst="rect">
            <a:avLst/>
          </a:prstGeom>
          <a:noFill/>
        </p:spPr>
      </p:pic>
      <p:pic>
        <p:nvPicPr>
          <p:cNvPr id="6" name="Imagine 5" descr="O imagine care conține albastru, Albastru electric, Albastru de Majorelle, Albastru de cobalt&#10;&#10;Conținutul generat de inteligența artificială poate fi incorect.">
            <a:extLst>
              <a:ext uri="{FF2B5EF4-FFF2-40B4-BE49-F238E27FC236}">
                <a16:creationId xmlns:a16="http://schemas.microsoft.com/office/drawing/2014/main" id="{71736073-9676-19F9-4C0B-9AA92869F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3150"/>
            <a:ext cx="12189709" cy="704850"/>
          </a:xfrm>
          <a:prstGeom prst="rect">
            <a:avLst/>
          </a:prstGeom>
        </p:spPr>
      </p:pic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7D12F9DF-3658-28F4-1216-4016FAC9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AD8-4962-47E3-878A-7951646640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23206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180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Temă Office</vt:lpstr>
      <vt:lpstr>NOTHING CHATS</vt:lpstr>
      <vt:lpstr>Objectives and Motivation behind the project</vt:lpstr>
      <vt:lpstr>UML Use  Case Diagram</vt:lpstr>
      <vt:lpstr>Design Pattern and Motivation</vt:lpstr>
      <vt:lpstr>UML Class  Diagrams</vt:lpstr>
      <vt:lpstr>Architecture of the system</vt:lpstr>
      <vt:lpstr>PowerPoint Presentation</vt:lpstr>
      <vt:lpstr>Conclusions and Future Work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NOTHING CHATS</dc:title>
  <dc:creator>Raul Bărbosu</dc:creator>
  <cp:lastModifiedBy>raulb</cp:lastModifiedBy>
  <cp:revision>27</cp:revision>
  <dcterms:created xsi:type="dcterms:W3CDTF">2025-06-29T10:28:33Z</dcterms:created>
  <dcterms:modified xsi:type="dcterms:W3CDTF">2026-01-15T16:49:58Z</dcterms:modified>
</cp:coreProperties>
</file>